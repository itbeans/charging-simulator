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INVESTOR ONE PAGER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EV Charger 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8F3DC"/>
                </a:solidFill>
                <a:latin typeface="Calibri"/>
              </a:rPr>
              <a:t>The software test infrastructure layer for an $11B EV charging management market.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290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C74F"/>
                </a:solidFill>
                <a:latin typeface="Calibri"/>
              </a:rPr>
              <a:t>OCPP 1.6J  ·  TypeScript / Node.js  ·  CI/CD Native  ·  Seed Round: $750K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389120"/>
            <a:ext cx="3931920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3891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C74F"/>
                </a:solidFill>
                <a:latin typeface="Calibri"/>
              </a:rPr>
              <a:t>juiceupcharging.com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097280"/>
            <a:ext cx="12188952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EV charging grows at 35% YoY — testing infrastructure hasn't kept 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743200" cy="2011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9C74F"/>
                </a:solidFill>
                <a:latin typeface="Calibri"/>
              </a:rPr>
              <a:t>4M+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public charging points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F3DC"/>
                </a:solidFill>
                <a:latin typeface="Calibri"/>
              </a:rPr>
              <a:t>→ 40M projected by 2030  (IEA,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2696" y="1371600"/>
            <a:ext cx="2743200" cy="2011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82696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4136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9C74F"/>
                </a:solidFill>
                <a:latin typeface="Calibri"/>
              </a:rPr>
              <a:t>€200K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max cost of a hardware test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F3DC"/>
                </a:solidFill>
                <a:latin typeface="Calibri"/>
              </a:rPr>
              <a:t>€500–€5,000 per physical charger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1371600"/>
            <a:ext cx="2743200" cy="2011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9C74F"/>
                </a:solidFill>
                <a:latin typeface="Calibri"/>
              </a:rPr>
              <a:t>100s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of incorrect invoices per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F3DC"/>
                </a:solidFill>
                <a:latin typeface="Calibri"/>
              </a:rPr>
              <a:t>from a single billing defect across just 100 stations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08008" y="1371600"/>
            <a:ext cx="2743200" cy="20116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08008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150876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9C74F"/>
                </a:solidFill>
                <a:latin typeface="Calibri"/>
              </a:rPr>
              <a:t>12 wk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hardware integration test 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834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F3DC"/>
                </a:solidFill>
                <a:latin typeface="Calibri"/>
              </a:rPr>
              <a:t>per release, with physical equipment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657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F3DC"/>
                </a:solidFill>
                <a:latin typeface="Calibri"/>
              </a:rPr>
              <a:t>Edge cases — concurrent sessions, firmware resets, billing failures — are nearly impossible to reproduce repeatably with hardware.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297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C74F"/>
                </a:solidFill>
                <a:latin typeface="Calibri"/>
              </a:rPr>
              <a:t>"The result: untested infrastructure going live, and real drivers paying the price."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097280"/>
            <a:ext cx="12188952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 fully software-native OCPP 1.6J charger. No racks. No cables. No field engineers.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743200" cy="2926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50876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ALL 19
OCPP MESSAGES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42316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BootNotification → StopTransaction
+ all 12 server commands
Full protocol fidelity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371600"/>
            <a:ext cx="2743200" cy="2926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82696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50876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FLEET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242316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500 virtual chargers
on a single laptop
in under 10 seconds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2743200" cy="2926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0876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60× ACCELERATED
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2316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60-minute session
completed in
60 real seconds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8" y="1371600"/>
            <a:ext cx="2743200" cy="29260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08008" y="13716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7736" y="1508760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9C74F"/>
                </a:solidFill>
                <a:latin typeface="Calibri"/>
              </a:rPr>
              <a:t>CI/CD NATIVE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7736" y="2423160"/>
            <a:ext cx="254203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GitHub Actions, GitLab CI
Jenkins — drop-in
zero config changes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572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9C74F"/>
                </a:solidFill>
                <a:latin typeface="Calibri"/>
              </a:rPr>
              <a:t>TypeScript / Node.js  ·  WebSocket/JSON  ·  Docker  ·  Works with any ev-server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097280"/>
            <a:ext cx="12188952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MARKET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$2.9B today → $11.4B by 2030 at 25.5% CAGR  (MarketsandMarkets, 2024)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80160"/>
          <a:ext cx="115214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4648"/>
                <a:gridCol w="2073859"/>
                <a:gridCol w="2534716"/>
                <a:gridCol w="1728216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2030 Projected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CAGR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TAM — EV Charging Mgmt Software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$2.9B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$11.4B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25.5%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SAM — DevTools &amp; Test Infra for CSMS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~$90M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~$400M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~28%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SOM — 200 paying accounts, 36 months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~$4.6M ARR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20040" y="3291840"/>
            <a:ext cx="164592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2918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C74F"/>
                </a:solidFill>
                <a:latin typeface="Calibri"/>
              </a:rPr>
              <a:t>300%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40156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IEA projected growth in charging points by 2030 — compressing test cycles every quarter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041648"/>
            <a:ext cx="164592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4041648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C74F"/>
                </a:solidFill>
                <a:latin typeface="Calibri"/>
              </a:rPr>
              <a:t>$4.2B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1513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invested in EV charging SaaS in 2023 — flush customers with testing budgets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791456"/>
            <a:ext cx="1645920" cy="5943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791456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9C74F"/>
                </a:solidFill>
                <a:latin typeface="Calibri"/>
              </a:rPr>
              <a:t>OCPP 2.0.1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90118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F3DC"/>
                </a:solidFill>
                <a:latin typeface="Calibri"/>
              </a:rPr>
              <a:t>global adoption wave creating new compliance &amp; certification testing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WHY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097280"/>
            <a:ext cx="12188952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BUSINESS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SaaS tiers targeting CSMS vendors, network operators, and system integrators.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80160"/>
          <a:ext cx="115214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2073859"/>
                <a:gridCol w="760415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Includes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Developer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Open-source core, community support, unlimited local simulation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$299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Unlimited fleet simulation, CI/CD webhooks, priority support, advanced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$2,499 / month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Custom scenario scripting, SLA, white-label, dedicated CSM — Target ACV $18K–$30K</a:t>
                      </a:r>
                    </a:p>
                  </a:txBody>
                  <a:tcPr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337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PROJECTED ECONOMICS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49039"/>
            <a:ext cx="3566160" cy="1371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794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C74F"/>
                </a:solidFill>
                <a:latin typeface="Calibri"/>
              </a:rPr>
              <a:t>200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60% Pro / 40% 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F3DC"/>
                </a:solidFill>
                <a:latin typeface="Calibri"/>
              </a:rPr>
              <a:t>~$4.6M ARR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3749039"/>
            <a:ext cx="3566160" cy="1371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3794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C74F"/>
                </a:solidFill>
                <a:latin typeface="Calibri"/>
              </a:rPr>
              <a:t>$18K–$30K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Target Enterprise ACV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F3DC"/>
                </a:solidFill>
                <a:latin typeface="Calibri"/>
              </a:rPr>
              <a:t>land-and-expand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3749039"/>
            <a:ext cx="3566160" cy="13716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794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C74F"/>
                </a:solidFill>
                <a:latin typeface="Calibri"/>
              </a:rPr>
              <a:t>36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34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to SOM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8F3DC"/>
                </a:solidFill>
                <a:latin typeface="Calibri"/>
              </a:rPr>
              <a:t>post-seed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097280"/>
            <a:ext cx="12188952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COMPETITIVE DIFFERENTIATION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No direct competitor combines fleet simulation + accelerated time + full OCPP 1.6J in a CI/CD-ready tool.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80160"/>
          <a:ext cx="115214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860"/>
                <a:gridCol w="2304288"/>
                <a:gridCol w="2304288"/>
                <a:gridCol w="3226003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Manual / Wireshark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Partial OSS Mocks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 Charger Simulator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Full OCPP 1.6J — all 19 message types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All 19 message types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Fleet simulation (100+ chargers)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Yes — 500+ on a laptop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Accelerated time (60× compression)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CI/CD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Native — GH Actions, GitLab, Jenkins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Repeatable edge-case scripting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Yes — fully scriptable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44138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Setup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40916C"/>
                          </a:solidFill>
                          <a:latin typeface="Calibri"/>
                        </a:rPr>
                        <a:t>Under 5 minutes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097280"/>
            <a:ext cx="12188952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TRACTION &amp;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Production-ready today. Built on the proven open standard.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15214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  <a:latin typeface="Calibri"/>
              </a:rPr>
              <a:t>✅  OCPP 1.6J — all 19 message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8F3DC"/>
                </a:solidFill>
                <a:latin typeface="Calibri"/>
              </a:rPr>
              <a:t>Full protocol fidelity — BootNotification through StopTransaction and every server command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76272"/>
            <a:ext cx="115214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2199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  <a:latin typeface="Calibri"/>
              </a:rPr>
              <a:t>✅  ev-server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67712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8F3DC"/>
                </a:solidFill>
                <a:latin typeface="Calibri"/>
              </a:rPr>
              <a:t>Apache-licensed; Fortune 500 energy operator deployments; 2,000+ GitHub stars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980944"/>
            <a:ext cx="115214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2666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  <a:latin typeface="Calibri"/>
              </a:rPr>
              <a:t>✅  Fleet mode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72384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8F3DC"/>
                </a:solidFill>
                <a:latin typeface="Calibri"/>
              </a:rPr>
              <a:t>500 simultaneous simulated chargers on a single VM — confirmed 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85616"/>
            <a:ext cx="115214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83133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  <a:latin typeface="Calibri"/>
              </a:rPr>
              <a:t>✅  CI/CD 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77056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8F3DC"/>
                </a:solidFill>
                <a:latin typeface="Calibri"/>
              </a:rPr>
              <a:t>GitHub Actions, GitLab CI, Jenkins — drop into any pipeline in minutes, zero config 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590288"/>
            <a:ext cx="11521440" cy="6858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6360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9C74F"/>
                </a:solidFill>
                <a:latin typeface="Calibri"/>
              </a:rPr>
              <a:t>✅  Horizontal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8172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8F3DC"/>
                </a:solidFill>
                <a:latin typeface="Calibri"/>
              </a:rPr>
              <a:t>Laptop → CI runner → cloud VM: same codebase, no infrastructure changes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109728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1097280"/>
            <a:ext cx="12188952" cy="54864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Seed Round: $750,000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80160"/>
          <a:ext cx="115214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716"/>
                <a:gridCol w="921715"/>
                <a:gridCol w="1152144"/>
                <a:gridCol w="6912864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Allocation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$300K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OCPP 2.0.1 support, web-based scenario builder UI, managed SaaS platform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Sales &amp;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$225K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EV SaaS vendor outreach, EV.Charging Summit, Charge Expo, content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Cloud Infrastructure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$150K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Simulator-as-a-Service platform (multi-tenant, API-driven)</a:t>
                      </a:r>
                    </a:p>
                  </a:txBody>
                  <a:tcPr>
                    <a:solidFill>
                      <a:srgbClr val="F0FAF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Operations &amp; 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$75K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B2D1F"/>
                          </a:solidFill>
                          <a:latin typeface="Calibri"/>
                        </a:rPr>
                        <a:t>IP protection, compliance, administration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9C74F"/>
                </a:solidFill>
                <a:latin typeface="Calibri"/>
              </a:rPr>
              <a:t>18-MONTH MILESTONES POST-CLOSE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886200"/>
            <a:ext cx="274320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38862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950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C74F"/>
                </a:solidFill>
                <a:latin typeface="Calibri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OCPP 2.0.1 support shipped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3886200"/>
            <a:ext cx="274320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27832" y="38862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9272" y="3950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C74F"/>
                </a:solidFill>
                <a:latin typeface="Calibr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50 paying Pro accounts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3886200"/>
            <a:ext cx="274320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35624" y="38862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3950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C74F"/>
                </a:solidFill>
                <a:latin typeface="Calibri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10 Enterprise contracts  ($180K+ ARR)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3886200"/>
            <a:ext cx="2743200" cy="1188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3416" y="3886200"/>
            <a:ext cx="2743200" cy="6400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4856" y="395020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9C74F"/>
                </a:solidFill>
                <a:latin typeface="Calibri"/>
              </a:rPr>
              <a:t>Q6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4389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SaaS platform beta 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" y="0"/>
            <a:ext cx="12188952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C74F"/>
                </a:solidFill>
                <a:latin typeface="Calibri"/>
              </a:rPr>
              <a:t>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315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As EV adoption accelerates, the gap between infrastructure deployment speed
and testing capability grows wider every quarter.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11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8F3DC"/>
                </a:solidFill>
                <a:latin typeface="Calibri"/>
              </a:rPr>
              <a:t>The EV Charger Simulator closes that gap — making it possible to validate any charging network
before it fails in the field, not after.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941832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154680"/>
            <a:ext cx="9235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9C74F"/>
                </a:solidFill>
                <a:latin typeface="Calibri"/>
              </a:rPr>
              <a:t>"The best time to find a bug in your billing engine is before your first driver gets an incorrect invoice."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2062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The de facto testing standard for every OCPP deployment on earth.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5029200"/>
            <a:ext cx="4572000" cy="64008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4332"/>
                </a:solidFill>
                <a:latin typeface="Calibri"/>
              </a:rPr>
              <a:t>Seed Round: $750,000  |  Contact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0916C"/>
                </a:solidFill>
                <a:latin typeface="Calibri"/>
              </a:rPr>
              <a:t>juiceupcharging.com  ·  OCPP 1.6J  ·  TypeScript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