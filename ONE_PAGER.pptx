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EV CHARGER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8F3DC"/>
                </a:solidFill>
                <a:latin typeface="Calibri"/>
              </a:rPr>
              <a:t>Test your EV charging network at any scale — before it goes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9C74F"/>
                </a:solidFill>
                <a:latin typeface="Calibri"/>
              </a:rPr>
              <a:t>Zero Hardware  ·  Zero Cost  ·  5-Minute Setup  ·  OCPP 1.6J Compliant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572000"/>
            <a:ext cx="393192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C74F"/>
                </a:solidFill>
                <a:latin typeface="Calibri"/>
              </a:rPr>
              <a:t>juiceupcharging.com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02436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188720"/>
            <a:ext cx="1202436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C74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Testing EV charging software with physical hardware is expensive, slow, and unscalable.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1143000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💸  Hardware test lab: €50,000 – €200,000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270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F3DC"/>
                </a:solidFill>
                <a:latin typeface="Calibri"/>
              </a:rPr>
              <a:t>€500 – €5,000 per physical charger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76272"/>
            <a:ext cx="1143000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21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🕐  Integration test cycles: 6–12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F3DC"/>
                </a:solidFill>
                <a:latin typeface="Calibri"/>
              </a:rPr>
              <a:t>per release cycle with physical equipment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89504"/>
            <a:ext cx="1143000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9352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📊  100s of incorrect invoices per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9535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F3DC"/>
                </a:solidFill>
                <a:latin typeface="Calibri"/>
              </a:rPr>
              <a:t>from a single billing defect across just 100 charging stations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02736"/>
            <a:ext cx="1143000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484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🔁  Edge cases impossible to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6667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F3DC"/>
                </a:solidFill>
                <a:latin typeface="Calibri"/>
              </a:rPr>
              <a:t>concurrent sessions, resets, billing failures can't be reproduced reliably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15968"/>
            <a:ext cx="1143000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616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⚡  500 incorrect invoices per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37997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F3DC"/>
                </a:solidFill>
                <a:latin typeface="Calibri"/>
              </a:rPr>
              <a:t>from a single billing bug across just 100 charging stations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02436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188720"/>
            <a:ext cx="1202436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C74F"/>
                </a:solidFill>
                <a:latin typeface="Calibri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 fully software-native OCPP 1.6J charger — no racks, no cables, no field engineers.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74320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ALL 19 OCPP
MESSAGE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BootNotification → StopTransaction
+ all 12 server commands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1417320"/>
            <a:ext cx="274320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1417320"/>
            <a:ext cx="274320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FLEET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500 virtual chargers
on a single laptop
in under 10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417320"/>
            <a:ext cx="274320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417320"/>
            <a:ext cx="274320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ACCELERATED
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60-minute session
completed in
60 real seconds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417320"/>
            <a:ext cx="274320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417320"/>
            <a:ext cx="274320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CI/CD 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GitHub Actions
GitLab CI · Jenkins
Drop-in, zero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931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C74F"/>
                </a:solidFill>
                <a:latin typeface="Calibri"/>
              </a:rPr>
              <a:t>OCPP 1.6J  ·  TypeScript / Node.js  ·  WebSocket/JSON  ·  Docker ready  ·  Works with any ev-server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02436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914400"/>
            <a:ext cx="1202436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FOUR MODES — EVERY TEST SCENARIO COVERED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188720"/>
          <a:ext cx="115214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572"/>
                <a:gridCol w="5760720"/>
                <a:gridCol w="4378147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boot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Connects, boots, stays live — responds to every dashboard command in real time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Manual QA, remote command testing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Full Authorize → Start → MeterValues → Stop in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End-to-end billing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All connectors charging simultaneously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Smart charging, load balancing, per-connector billing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10, 50, 100+ independent chargers running in parallel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Load testing, stress testing, CI/CD regression suites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ACCELERATED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F3DC"/>
                </a:solidFill>
                <a:latin typeface="Calibri"/>
              </a:rPr>
              <a:t>Set EV_SIM_ACCELERATED=true → 1 simulated minute = 1 real second.
Validate billing, inactivity alerts &amp; session timeouts in a coffee break.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02436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914400"/>
            <a:ext cx="1202436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REAL NUMBERS — SIMULATOR vs HARDWARE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97280"/>
          <a:ext cx="115214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4378147"/>
                <a:gridCol w="42629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Physical Hardware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 Charger Simulator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Unit cost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€500 – €5,000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€0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Test lab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Days to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Under 5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Concurrent chargers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Limited by hardware budget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500+ on a single laptop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Session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Real time (60 min = 60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60 min = 60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Edge case scripting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Manual, unreliable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100% repeatable, fully scripted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CI/CD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Not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Native — GH Actions, GitLab, Jenkins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02436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188720"/>
            <a:ext cx="1202436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C74F"/>
                </a:solidFill>
                <a:latin typeface="Calibri"/>
              </a:rPr>
              <a:t>GET STARTED IN UNDER 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Zero hardware. Zero cost. One command.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502920" cy="5029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F3DC"/>
                </a:solidFill>
                <a:latin typeface="Calibri"/>
              </a:rPr>
              <a:t>Install &amp; configure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7498079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90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C74F"/>
                </a:solidFill>
                <a:latin typeface="Courier New"/>
              </a:rPr>
              <a:t>npm install &amp;&amp; cp config.example.json config.json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75688"/>
            <a:ext cx="502920" cy="5029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0756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075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F3DC"/>
                </a:solidFill>
                <a:latin typeface="Calibri"/>
              </a:rPr>
              <a:t>Boot your virtual charger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075688"/>
            <a:ext cx="7498079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C74F"/>
                </a:solidFill>
                <a:latin typeface="Courier New"/>
              </a:rPr>
              <a:t>npm run dev boot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34056"/>
            <a:ext cx="502920" cy="5029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7340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734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F3DC"/>
                </a:solidFill>
                <a:latin typeface="Calibri"/>
              </a:rPr>
              <a:t>Run a full session (60× accelerated)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734056"/>
            <a:ext cx="7498079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8072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C74F"/>
                </a:solidFill>
                <a:latin typeface="Courier New"/>
              </a:rPr>
              <a:t>EV_SIM_ID_TAG=AABBCCDD EV_SIM_ACCELERATED=true npm run dev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92424"/>
            <a:ext cx="502920" cy="5029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3924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392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F3DC"/>
                </a:solidFill>
                <a:latin typeface="Calibri"/>
              </a:rPr>
              <a:t>Stress-test with 50 chargers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392424"/>
            <a:ext cx="7498079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4655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C74F"/>
                </a:solidFill>
                <a:latin typeface="Courier New"/>
              </a:rPr>
              <a:t>EV_SIM_FLEET_COUNT=50 EV_SIM_ACCELERATED=true npm run dev fleet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0916C"/>
                </a:solidFill>
                <a:latin typeface="Calibri"/>
              </a:rPr>
              <a:t>OCPP 1.6J  ·  TypeScript  ·  Node.js  ·  Works with any ev-server  ·  Docker &amp; CI/CD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9C74F"/>
                </a:solidFill>
                <a:latin typeface="Calibri"/>
              </a:rPr>
              <a:t>juiceupcharging.com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