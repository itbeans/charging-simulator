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12188952" cy="73152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EV CHARGER SIMULATOR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7432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D8F3DC"/>
                </a:solidFill>
                <a:latin typeface="Calibri"/>
              </a:rPr>
              <a:t>Test your EV charging network at any scale — before it goes live.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474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9C74F"/>
                </a:solidFill>
                <a:latin typeface="Calibri"/>
              </a:rPr>
              <a:t>Zero Hardware  ·  Zero Cost  ·  5-Minute Setup  ·  OCPP 1.6J Compliant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4572000"/>
            <a:ext cx="3931920" cy="5029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457200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9C74F"/>
                </a:solidFill>
                <a:latin typeface="Calibri"/>
              </a:rPr>
              <a:t>juiceupcharging.com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12024360" cy="1188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1188720"/>
            <a:ext cx="12024360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9C74F"/>
                </a:solidFill>
                <a:latin typeface="Calibr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Testing EV charging software with physical hardware is expensive, slow, and unscalable.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63040"/>
            <a:ext cx="11430000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08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C74F"/>
                </a:solidFill>
                <a:latin typeface="Calibri"/>
              </a:rPr>
              <a:t>💸  Hardware test lab: €50,000 – €200,000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8F3DC"/>
                </a:solidFill>
                <a:latin typeface="Calibri"/>
              </a:rPr>
              <a:t>€500 – €5,000 per physical charger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176272"/>
            <a:ext cx="11430000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2219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C74F"/>
                </a:solidFill>
                <a:latin typeface="Calibri"/>
              </a:rPr>
              <a:t>🕐  Integration test cycles: 6–12 weeks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240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8F3DC"/>
                </a:solidFill>
                <a:latin typeface="Calibri"/>
              </a:rPr>
              <a:t>per release cycle with physical equipment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889504"/>
            <a:ext cx="11430000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935224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C74F"/>
                </a:solidFill>
                <a:latin typeface="Calibri"/>
              </a:rPr>
              <a:t>📊  23% of new EV deployments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95351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8F3DC"/>
                </a:solidFill>
                <a:latin typeface="Calibri"/>
              </a:rPr>
              <a:t>report billing or connectivity defects within 30 days of go-live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602736"/>
            <a:ext cx="11430000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64845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C74F"/>
                </a:solidFill>
                <a:latin typeface="Calibri"/>
              </a:rPr>
              <a:t>🔁  Edge cases impossible to script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66674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8F3DC"/>
                </a:solidFill>
                <a:latin typeface="Calibri"/>
              </a:rPr>
              <a:t>concurrent sessions, resets, billing failures can't be reproduced reliably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4315968"/>
            <a:ext cx="11430000" cy="6400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616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C74F"/>
                </a:solidFill>
                <a:latin typeface="Calibri"/>
              </a:rPr>
              <a:t>⚡  500 incorrect invoices per day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37997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8F3DC"/>
                </a:solidFill>
                <a:latin typeface="Calibri"/>
              </a:rPr>
              <a:t>from a single billing bug across just 100 charging stations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12024360" cy="1188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1188720"/>
            <a:ext cx="12024360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9C74F"/>
                </a:solidFill>
                <a:latin typeface="Calibri"/>
              </a:rPr>
              <a:t>THE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A fully software-native OCPP 1.6J charger — no racks, no cables, no field engineers.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2743200" cy="2286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2743200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C74F"/>
                </a:solidFill>
                <a:latin typeface="Calibri"/>
              </a:rPr>
              <a:t>ALL 19 OCPP
MESSAGE 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33172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8F3DC"/>
                </a:solidFill>
                <a:latin typeface="Calibri"/>
              </a:rPr>
              <a:t>BootNotification → StopTransaction
+ all 12 server commands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27832" y="1417320"/>
            <a:ext cx="2743200" cy="2286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27832" y="1417320"/>
            <a:ext cx="2743200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19272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C74F"/>
                </a:solidFill>
                <a:latin typeface="Calibri"/>
              </a:rPr>
              <a:t>FLEET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9272" y="233172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8F3DC"/>
                </a:solidFill>
                <a:latin typeface="Calibri"/>
              </a:rPr>
              <a:t>500 virtual chargers
on a single laptop
in under 10 seconds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5624" y="1417320"/>
            <a:ext cx="2743200" cy="2286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35624" y="1417320"/>
            <a:ext cx="2743200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7064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C74F"/>
                </a:solidFill>
                <a:latin typeface="Calibri"/>
              </a:rPr>
              <a:t>ACCELERATED
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33172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8F3DC"/>
                </a:solidFill>
                <a:latin typeface="Calibri"/>
              </a:rPr>
              <a:t>60-minute session
completed in
60 real seconds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43416" y="1417320"/>
            <a:ext cx="2743200" cy="2286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43416" y="1417320"/>
            <a:ext cx="2743200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4856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C74F"/>
                </a:solidFill>
                <a:latin typeface="Calibri"/>
              </a:rPr>
              <a:t>CI/CD NATIVE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4856" y="233172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8F3DC"/>
                </a:solidFill>
                <a:latin typeface="Calibri"/>
              </a:rPr>
              <a:t>GitHub Actions
GitLab CI · Jenkins
Drop-in, zero config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3931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9C74F"/>
                </a:solidFill>
                <a:latin typeface="Calibri"/>
              </a:rPr>
              <a:t>OCPP 1.6J  ·  TypeScript / Node.js  ·  WebSocket/JSON  ·  Docker ready  ·  Works with any ev-server deployment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12024360" cy="9144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914400"/>
            <a:ext cx="12024360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FOUR MODES — EVERY TEST SCENARIO COVERED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188720"/>
          <a:ext cx="1152143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2572"/>
                <a:gridCol w="5760720"/>
                <a:gridCol w="4378147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Mode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boot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Connects, boots, stays live — responds to every dashboard command in real time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Manual QA, remote command testing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Full Authorize → Start → MeterValues → Stop in seconds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End-to-end billing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multi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All connectors charging simultaneously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Smart charging, load balancing, per-connector billing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fleet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10, 50, 100+ independent chargers running in parallel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Load testing, stress testing, CI/CD regression suites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40233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C74F"/>
                </a:solidFill>
                <a:latin typeface="Calibri"/>
              </a:rPr>
              <a:t>ACCELERATED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4805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8F3DC"/>
                </a:solidFill>
                <a:latin typeface="Calibri"/>
              </a:rPr>
              <a:t>Set EV_SIM_ACCELERATED=true → 1 simulated minute = 1 real second.
Validate billing, inactivity alerts &amp; session timeouts in a coffee break.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12024360" cy="9144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914400"/>
            <a:ext cx="12024360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REAL NUMBERS — SIMULATOR vs HARDWARE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97280"/>
          <a:ext cx="1152143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4378147"/>
                <a:gridCol w="426293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Physical Hardware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EV Charger Simulator</a:t>
                      </a:r>
                    </a:p>
                  </a:txBody>
                  <a:tcPr>
                    <a:solidFill>
                      <a:srgbClr val="2D6A4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Unit cost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€500 – €5,000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40916C"/>
                          </a:solidFill>
                          <a:latin typeface="Calibri"/>
                        </a:rPr>
                        <a:t>€0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Test lab setup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Days to weeks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40916C"/>
                          </a:solidFill>
                          <a:latin typeface="Calibri"/>
                        </a:rPr>
                        <a:t>Under 5 minutes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Concurrent chargers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Limited by hardware budget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40916C"/>
                          </a:solidFill>
                          <a:latin typeface="Calibri"/>
                        </a:rPr>
                        <a:t>500+ on a single laptop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Session duration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Real time (60 min = 60 min)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40916C"/>
                          </a:solidFill>
                          <a:latin typeface="Calibri"/>
                        </a:rPr>
                        <a:t>60 min = 60 seconds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Edge case scripting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Manual, unreliable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40916C"/>
                          </a:solidFill>
                          <a:latin typeface="Calibri"/>
                        </a:rPr>
                        <a:t>100% repeatable, fully scripted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CI/CD 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B2D1F"/>
                          </a:solidFill>
                          <a:latin typeface="Calibri"/>
                        </a:rPr>
                        <a:t>Not possible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40916C"/>
                          </a:solidFill>
                          <a:latin typeface="Calibri"/>
                        </a:rPr>
                        <a:t>Native — GH Actions, GitLab, Jenkins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0"/>
            <a:ext cx="12024360" cy="11887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1188720"/>
            <a:ext cx="12024360" cy="54864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9C74F"/>
                </a:solidFill>
                <a:latin typeface="Calibri"/>
              </a:rPr>
              <a:t>GET STARTED IN UNDER 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Zero hardware. Zero cost. One command.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02920" cy="50292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173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B4332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417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8F3DC"/>
                </a:solidFill>
                <a:latin typeface="Calibri"/>
              </a:rPr>
              <a:t>Install &amp; configure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417320"/>
            <a:ext cx="7498079" cy="5029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4904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9C74F"/>
                </a:solidFill>
                <a:latin typeface="Courier New"/>
              </a:rPr>
              <a:t>npm install &amp;&amp; cp config.example.json config.json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075688"/>
            <a:ext cx="502920" cy="50292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20756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B4332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07568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8F3DC"/>
                </a:solidFill>
                <a:latin typeface="Calibri"/>
              </a:rPr>
              <a:t>Boot your virtual charger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2075688"/>
            <a:ext cx="7498079" cy="5029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148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9C74F"/>
                </a:solidFill>
                <a:latin typeface="Courier New"/>
              </a:rPr>
              <a:t>npm run dev boot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734056"/>
            <a:ext cx="502920" cy="50292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273405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B4332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73405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8F3DC"/>
                </a:solidFill>
                <a:latin typeface="Calibri"/>
              </a:rPr>
              <a:t>Run a full session (60× accelerated)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51960" y="2734056"/>
            <a:ext cx="7498079" cy="5029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280720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9C74F"/>
                </a:solidFill>
                <a:latin typeface="Courier New"/>
              </a:rPr>
              <a:t>EV_SIM_ID_TAG=AABBCCDD EV_SIM_ACCELERATED=true npm run dev session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392424"/>
            <a:ext cx="502920" cy="50292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39242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B4332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39242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8F3DC"/>
                </a:solidFill>
                <a:latin typeface="Calibri"/>
              </a:rPr>
              <a:t>Stress-test with 50 chargers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3392424"/>
            <a:ext cx="7498079" cy="50292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3465576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9C74F"/>
                </a:solidFill>
                <a:latin typeface="Courier New"/>
              </a:rPr>
              <a:t>EV_SIM_FLEET_COUNT=50 EV_SIM_ACCELERATED=true npm run dev fleet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0916C"/>
                </a:solidFill>
                <a:latin typeface="Calibri"/>
              </a:rPr>
              <a:t>OCPP 1.6J  ·  TypeScript  ·  Node.js  ·  Works with any ev-server  ·  Docker &amp; CI/CD ready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9C74F"/>
                </a:solidFill>
                <a:latin typeface="Calibri"/>
              </a:rPr>
              <a:t>juiceupcharging.com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